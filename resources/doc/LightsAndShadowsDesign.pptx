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1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652AB-26B6-459C-961C-E7AB2E8090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BE204B-430D-4C91-936C-6C7BA9EA28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420985-EE6D-4418-AF53-B65D8BCB67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A9DF5-BF9D-4261-9BE8-2039B59F5001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312131-277E-4C2C-9E71-CE0815B52B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411574-6FAA-4DD5-B97F-6B76D213A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95DDC-0E14-42C5-B87B-8808D324B77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6737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E983A-F12C-4A5A-8524-54D9A63174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5EFCEA-AE5C-44C5-8FF3-B37A90D2EA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73B0B4-7833-4705-942B-4E90871204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A9DF5-BF9D-4261-9BE8-2039B59F5001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68954E-6F0F-421E-98E9-75546CA8B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EEEE9E-B83A-4526-8B48-920FBD1F0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95DDC-0E14-42C5-B87B-8808D324B77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8411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0A3C58-86E2-40AC-82DA-F37ED45157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E443D2-551F-4201-A269-8CB24B3063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343697-3C07-4A54-BDBE-83E3AFCC42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A9DF5-BF9D-4261-9BE8-2039B59F5001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985B98-0863-429B-A276-D3487EB364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7FC056-8FEC-44A5-941B-0E343B01C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95DDC-0E14-42C5-B87B-8808D324B77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4171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AFB8B-AB40-4D4A-8ADE-258D124A3B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A2B2AA-7C95-489C-8D0E-4BFA785637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A366EB-4A58-4F01-811F-8EA635B9CB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1240FE-FCBE-41D2-9C7E-2DEAC3B85F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A9DF5-BF9D-4261-9BE8-2039B59F5001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9E06F5-8E5B-45EE-A13A-8CFAB8EFB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80E5E3-7D01-4FDE-AC17-39A5FA2AC6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95DDC-0E14-42C5-B87B-8808D324B77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17348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B05BB8-58F2-46D1-BB28-6AA6AF92A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E472AF-E395-4CA3-BFA1-1CBECD250F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9599C3-8621-4481-A572-D1DA2CE57B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9F8043C-0CDC-472A-8244-3D54438FB2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331C084-DCFE-4729-9C5B-7753FCE350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40C1BED-55AC-40E8-B4BC-5D0184CB5E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A9DF5-BF9D-4261-9BE8-2039B59F5001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500A70B-21AB-456F-B619-B0FF2322BF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7AC13E4-91A5-49A9-92DE-397241995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95DDC-0E14-42C5-B87B-8808D324B77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2468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FA6B7-32A1-41E4-9733-EB5E9C06B1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B1AD8C-17F0-494A-9429-A6C16A18A9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A9DF5-BF9D-4261-9BE8-2039B59F5001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4E4F09-2380-4D31-9C92-9DFE55F15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F7989A-3245-4469-BE13-ADE8982CB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95DDC-0E14-42C5-B87B-8808D324B77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0231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F1CC5BA-7130-4400-801B-2DE3BB1BAD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A9DF5-BF9D-4261-9BE8-2039B59F5001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5E5BB3C-D1A0-433E-B9D0-5F6DE26E3F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43313B-27EA-4746-A71F-F9004D449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95DDC-0E14-42C5-B87B-8808D324B77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6302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3262E3-B25A-4F50-B169-0CD5B080B2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CCA9F2-4084-4B1A-8DC2-2A33594CB5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0B0B4F-BD03-4476-8B49-DAC820AAB8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CA818F-1EB0-4123-BA5B-708C76131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A9DF5-BF9D-4261-9BE8-2039B59F5001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8E624B-CB93-4AB5-A94C-8630C4201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DD11B2-F47F-4240-968A-C9DDDCA08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95DDC-0E14-42C5-B87B-8808D324B77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3943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0E0968-08CB-4E76-B4DF-284FF54AF8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3DE6540-CBC9-4CFB-B662-C4A464B425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F172C0-EC9C-4AC9-A3A0-3C0E32785F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635799-D026-42A3-828D-1A117A3501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A9DF5-BF9D-4261-9BE8-2039B59F5001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FBFE8A-B6D6-453F-99A4-4F417AB9A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B008E0-78C9-4F3D-8C1B-5DE5AA198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95DDC-0E14-42C5-B87B-8808D324B77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6171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065A8-B1AC-4609-A23F-13D16B495A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08D9DE-0286-4C3E-A3C6-D43B3D20C4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7D15AF-51A8-4CAF-BC19-309BC80019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A9DF5-BF9D-4261-9BE8-2039B59F5001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5AF22B-2E76-4E5F-B25D-0A080C7CE5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6364E4-F66E-4AA7-BD30-E60517E10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95DDC-0E14-42C5-B87B-8808D324B77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25063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BC22D9C-0D79-43D6-8F3D-EC2209971A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783460-4C2B-48F0-B4BD-C20337E15E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ABD28D-125D-487E-9C4F-D9E90F21BB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A9DF5-BF9D-4261-9BE8-2039B59F5001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1DE78D-9C60-495C-A7FF-F261A130F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F97525-3C98-4CE6-9A35-E8BA69704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95DDC-0E14-42C5-B87B-8808D324B77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114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DD84CEC-090C-4315-A8C9-EEEEBF86E7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FB072C-55FE-4B79-AE66-510DF792A1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5563A6-167D-4F0E-A048-BFC6673A25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7A9DF5-BF9D-4261-9BE8-2039B59F5001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418646-7E5C-4414-8FB4-3B5265F473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0A6C55-03D9-4D3C-83A4-2AFE197B48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195DDC-0E14-42C5-B87B-8808D324B77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8216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>
            <a:extLst>
              <a:ext uri="{FF2B5EF4-FFF2-40B4-BE49-F238E27FC236}">
                <a16:creationId xmlns:a16="http://schemas.microsoft.com/office/drawing/2014/main" id="{47F26A2F-525A-4814-80D7-B56E1BC16D55}"/>
              </a:ext>
            </a:extLst>
          </p:cNvPr>
          <p:cNvSpPr/>
          <p:nvPr/>
        </p:nvSpPr>
        <p:spPr>
          <a:xfrm>
            <a:off x="8515347" y="1806653"/>
            <a:ext cx="1895475" cy="10382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Light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4C54DD4-83D1-49EA-8D44-903C37A2C805}"/>
              </a:ext>
            </a:extLst>
          </p:cNvPr>
          <p:cNvSpPr/>
          <p:nvPr/>
        </p:nvSpPr>
        <p:spPr>
          <a:xfrm>
            <a:off x="8340476" y="1992528"/>
            <a:ext cx="1895475" cy="10382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Light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02673F0-8D5A-46D0-9817-0056B7EC0E66}"/>
              </a:ext>
            </a:extLst>
          </p:cNvPr>
          <p:cNvSpPr/>
          <p:nvPr/>
        </p:nvSpPr>
        <p:spPr>
          <a:xfrm>
            <a:off x="4867090" y="1819462"/>
            <a:ext cx="1895475" cy="10382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Shadow</a:t>
            </a:r>
          </a:p>
          <a:p>
            <a:pPr algn="ctr"/>
            <a:endParaRPr lang="en-US" dirty="0"/>
          </a:p>
          <a:p>
            <a:pPr algn="ctr"/>
            <a:r>
              <a:rPr lang="en-US" sz="1200" dirty="0" err="1"/>
              <a:t>ShadowMap</a:t>
            </a:r>
            <a:r>
              <a:rPr lang="en-US" sz="1200" dirty="0"/>
              <a:t> map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8E88821-7490-4E0F-8F49-6EDF14AD2F02}"/>
              </a:ext>
            </a:extLst>
          </p:cNvPr>
          <p:cNvSpPr/>
          <p:nvPr/>
        </p:nvSpPr>
        <p:spPr>
          <a:xfrm>
            <a:off x="4678577" y="1992529"/>
            <a:ext cx="1895475" cy="10382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Shadow</a:t>
            </a:r>
          </a:p>
          <a:p>
            <a:pPr algn="ctr"/>
            <a:endParaRPr lang="en-US" dirty="0"/>
          </a:p>
          <a:p>
            <a:pPr algn="ctr"/>
            <a:r>
              <a:rPr lang="en-US" sz="1200" dirty="0" err="1"/>
              <a:t>ShadowMap</a:t>
            </a:r>
            <a:r>
              <a:rPr lang="en-US" sz="1200" dirty="0"/>
              <a:t> map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5DEBEFD-3AAB-4CE3-8202-A010220EDAFA}"/>
              </a:ext>
            </a:extLst>
          </p:cNvPr>
          <p:cNvSpPr/>
          <p:nvPr/>
        </p:nvSpPr>
        <p:spPr>
          <a:xfrm>
            <a:off x="4523914" y="2192368"/>
            <a:ext cx="1895475" cy="10382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Shadow</a:t>
            </a:r>
          </a:p>
          <a:p>
            <a:pPr algn="ctr"/>
            <a:endParaRPr lang="en-US" dirty="0"/>
          </a:p>
          <a:p>
            <a:pPr algn="ctr"/>
            <a:r>
              <a:rPr lang="en-US" sz="1200" dirty="0" err="1"/>
              <a:t>ShadowMap</a:t>
            </a:r>
            <a:r>
              <a:rPr lang="en-US" sz="1200" dirty="0"/>
              <a:t> map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68886A6-F29D-4CF7-9698-B473E96E643D}"/>
              </a:ext>
            </a:extLst>
          </p:cNvPr>
          <p:cNvSpPr/>
          <p:nvPr/>
        </p:nvSpPr>
        <p:spPr>
          <a:xfrm>
            <a:off x="8218503" y="2178403"/>
            <a:ext cx="1895475" cy="10382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Light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8D9BFE-A181-4F52-B99E-2D5E6C14F94C}"/>
              </a:ext>
            </a:extLst>
          </p:cNvPr>
          <p:cNvSpPr/>
          <p:nvPr/>
        </p:nvSpPr>
        <p:spPr>
          <a:xfrm>
            <a:off x="743504" y="2857687"/>
            <a:ext cx="1895475" cy="10382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ShadowMap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7BA76F7-2141-415D-BDA8-59BC86BC3ABE}"/>
              </a:ext>
            </a:extLst>
          </p:cNvPr>
          <p:cNvSpPr/>
          <p:nvPr/>
        </p:nvSpPr>
        <p:spPr>
          <a:xfrm>
            <a:off x="1489229" y="421227"/>
            <a:ext cx="1895475" cy="10382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Map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145C3D2-92FD-4D86-AF44-30C544C77C1A}"/>
              </a:ext>
            </a:extLst>
          </p:cNvPr>
          <p:cNvCxnSpPr>
            <a:stCxn id="4" idx="1"/>
            <a:endCxn id="6" idx="3"/>
          </p:cNvCxnSpPr>
          <p:nvPr/>
        </p:nvCxnSpPr>
        <p:spPr>
          <a:xfrm flipH="1">
            <a:off x="2638979" y="2711481"/>
            <a:ext cx="1884935" cy="665319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CA88D858-0C6F-491E-954B-B8F572205E56}"/>
              </a:ext>
            </a:extLst>
          </p:cNvPr>
          <p:cNvCxnSpPr>
            <a:stCxn id="7" idx="2"/>
            <a:endCxn id="6" idx="0"/>
          </p:cNvCxnSpPr>
          <p:nvPr/>
        </p:nvCxnSpPr>
        <p:spPr>
          <a:xfrm rot="5400000">
            <a:off x="1364988" y="1785707"/>
            <a:ext cx="1398235" cy="745725"/>
          </a:xfrm>
          <a:prstGeom prst="bentConnector3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9384272-DED8-4EB7-998B-8CCF5EB12251}"/>
              </a:ext>
            </a:extLst>
          </p:cNvPr>
          <p:cNvCxnSpPr>
            <a:cxnSpLocks/>
            <a:stCxn id="4" idx="2"/>
            <a:endCxn id="5" idx="1"/>
          </p:cNvCxnSpPr>
          <p:nvPr/>
        </p:nvCxnSpPr>
        <p:spPr>
          <a:xfrm flipV="1">
            <a:off x="5471652" y="2697516"/>
            <a:ext cx="2746851" cy="533077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B1C164B-0E9D-4AD8-9EFA-32F90A0FFB6A}"/>
              </a:ext>
            </a:extLst>
          </p:cNvPr>
          <p:cNvCxnSpPr>
            <a:cxnSpLocks/>
            <a:stCxn id="5" idx="2"/>
            <a:endCxn id="4" idx="3"/>
          </p:cNvCxnSpPr>
          <p:nvPr/>
        </p:nvCxnSpPr>
        <p:spPr>
          <a:xfrm flipH="1" flipV="1">
            <a:off x="6419389" y="2711481"/>
            <a:ext cx="2746852" cy="505147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0273BA73-159E-4B70-A8AF-6A7EBE5C9A69}"/>
              </a:ext>
            </a:extLst>
          </p:cNvPr>
          <p:cNvSpPr/>
          <p:nvPr/>
        </p:nvSpPr>
        <p:spPr>
          <a:xfrm>
            <a:off x="4523913" y="421226"/>
            <a:ext cx="5886909" cy="10382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Lighting</a:t>
            </a:r>
          </a:p>
          <a:p>
            <a:pPr algn="ctr"/>
            <a:endParaRPr lang="en-US" dirty="0"/>
          </a:p>
          <a:p>
            <a:pPr algn="ctr"/>
            <a:r>
              <a:rPr lang="en-US" sz="1200" dirty="0"/>
              <a:t>Light[] lights</a:t>
            </a:r>
          </a:p>
          <a:p>
            <a:pPr algn="ctr"/>
            <a:r>
              <a:rPr lang="en-US" sz="1200" dirty="0"/>
              <a:t>Shadow[] shadows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33433284-5FDC-4569-BD85-8102BAD8DA9C}"/>
              </a:ext>
            </a:extLst>
          </p:cNvPr>
          <p:cNvCxnSpPr>
            <a:stCxn id="32" idx="2"/>
            <a:endCxn id="4" idx="0"/>
          </p:cNvCxnSpPr>
          <p:nvPr/>
        </p:nvCxnSpPr>
        <p:spPr>
          <a:xfrm flipH="1">
            <a:off x="5471652" y="1459451"/>
            <a:ext cx="1995716" cy="732917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011D02F2-620F-4AE7-A2BA-787E503B3397}"/>
              </a:ext>
            </a:extLst>
          </p:cNvPr>
          <p:cNvCxnSpPr>
            <a:cxnSpLocks/>
            <a:stCxn id="32" idx="2"/>
            <a:endCxn id="5" idx="0"/>
          </p:cNvCxnSpPr>
          <p:nvPr/>
        </p:nvCxnSpPr>
        <p:spPr>
          <a:xfrm>
            <a:off x="7467368" y="1459451"/>
            <a:ext cx="1698873" cy="718952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4BF9DB66-8D0E-4BD8-892B-1BB109AA5F89}"/>
              </a:ext>
            </a:extLst>
          </p:cNvPr>
          <p:cNvCxnSpPr>
            <a:cxnSpLocks/>
            <a:stCxn id="32" idx="2"/>
            <a:endCxn id="34" idx="0"/>
          </p:cNvCxnSpPr>
          <p:nvPr/>
        </p:nvCxnSpPr>
        <p:spPr>
          <a:xfrm flipH="1">
            <a:off x="5626315" y="1459451"/>
            <a:ext cx="1841053" cy="533078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EDB8074D-362E-44B6-ACD8-A31FA4C3B872}"/>
              </a:ext>
            </a:extLst>
          </p:cNvPr>
          <p:cNvCxnSpPr>
            <a:cxnSpLocks/>
            <a:stCxn id="32" idx="2"/>
            <a:endCxn id="35" idx="0"/>
          </p:cNvCxnSpPr>
          <p:nvPr/>
        </p:nvCxnSpPr>
        <p:spPr>
          <a:xfrm flipH="1">
            <a:off x="5814828" y="1459451"/>
            <a:ext cx="1652540" cy="360011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68B086FC-00C5-4D3F-8E92-2C91A6424A84}"/>
              </a:ext>
            </a:extLst>
          </p:cNvPr>
          <p:cNvCxnSpPr>
            <a:cxnSpLocks/>
            <a:stCxn id="32" idx="2"/>
            <a:endCxn id="36" idx="0"/>
          </p:cNvCxnSpPr>
          <p:nvPr/>
        </p:nvCxnSpPr>
        <p:spPr>
          <a:xfrm>
            <a:off x="7467368" y="1459451"/>
            <a:ext cx="1820846" cy="533077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887F08A1-050C-4C9C-B910-AE0A3349AA21}"/>
              </a:ext>
            </a:extLst>
          </p:cNvPr>
          <p:cNvCxnSpPr>
            <a:cxnSpLocks/>
            <a:stCxn id="32" idx="2"/>
            <a:endCxn id="37" idx="0"/>
          </p:cNvCxnSpPr>
          <p:nvPr/>
        </p:nvCxnSpPr>
        <p:spPr>
          <a:xfrm>
            <a:off x="7467368" y="1459451"/>
            <a:ext cx="1995717" cy="347202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87237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21</Words>
  <Application>Microsoft Office PowerPoint</Application>
  <PresentationFormat>Grand écran</PresentationFormat>
  <Paragraphs>18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Barry, Olivier</dc:creator>
  <cp:lastModifiedBy>Olivier Barry</cp:lastModifiedBy>
  <cp:revision>3</cp:revision>
  <dcterms:created xsi:type="dcterms:W3CDTF">2022-04-13T20:52:50Z</dcterms:created>
  <dcterms:modified xsi:type="dcterms:W3CDTF">2026-09-20T19:22:56Z</dcterms:modified>
</cp:coreProperties>
</file>